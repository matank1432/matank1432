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9" r:id="rId2"/>
    <p:sldId id="256" r:id="rId3"/>
    <p:sldId id="260" r:id="rId4"/>
    <p:sldId id="257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‏‏משתמש Windows" initials="‏W" lastIdx="1" clrIdx="0">
    <p:extLst>
      <p:ext uri="{19B8F6BF-5375-455C-9EA6-DF929625EA0E}">
        <p15:presenceInfo xmlns:p15="http://schemas.microsoft.com/office/powerpoint/2012/main" userId="‏‏משתמש Window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BBDF"/>
    <a:srgbClr val="9F2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84" autoAdjust="0"/>
    <p:restoredTop sz="94660"/>
  </p:normalViewPr>
  <p:slideViewPr>
    <p:cSldViewPr snapToGrid="0">
      <p:cViewPr>
        <p:scale>
          <a:sx n="75" d="100"/>
          <a:sy n="75" d="100"/>
        </p:scale>
        <p:origin x="12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8-26T13:37:08.501" idx="1">
    <p:pos x="5808" y="1360"/>
    <p:text>בעקבות העלייה בתחלואה כל המסעדות נסגרו ללקוחות לכן ענף המסעדנות ספג מכה כלכלית קשה בשל אופציות החשיפה הרבות המצויות במסעדות. לכן חיפשנו גורמים שיסיעו לנו בשיפור המצב שמירה על בריאותינו.</p:text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ו'/אלול/תש"פ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072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ו'/אלול/תש"פ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982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ו'/אלול/תש"פ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624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ו'/אלול/תש"פ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088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ו'/אלול/תש"פ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450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ו'/אלול/תש"פ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52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ו'/אלול/תש"פ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756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ו'/אלול/תש"פ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1389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ו'/אלול/תש"פ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0230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ו'/אלול/תש"פ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3889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ו'/אלול/תש"פ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283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7AF2C-C19C-4611-99EA-66DBB5E647D4}" type="datetimeFigureOut">
              <a:rPr lang="he-IL" smtClean="0"/>
              <a:t>ו'/אלול/תש"פ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07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אירוע מופע: אוכל קטן ונשים גדולות | מתנ&quot;ס חבל יבנה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5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תמונה 1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281" r="98876">
                        <a14:foregroundMark x1="54213" y1="45614" x2="54213" y2="45614"/>
                        <a14:foregroundMark x1="48596" y1="33333" x2="48596" y2="33333"/>
                        <a14:foregroundMark x1="43258" y1="36842" x2="43258" y2="36842"/>
                        <a14:foregroundMark x1="33146" y1="42105" x2="33146" y2="42105"/>
                        <a14:foregroundMark x1="18539" y1="35965" x2="18539" y2="35965"/>
                        <a14:foregroundMark x1="14326" y1="32456" x2="14326" y2="32456"/>
                        <a14:foregroundMark x1="22753" y1="60526" x2="22753" y2="60526"/>
                        <a14:foregroundMark x1="27528" y1="67544" x2="27528" y2="67544"/>
                        <a14:foregroundMark x1="29494" y1="67544" x2="29494" y2="67544"/>
                        <a14:foregroundMark x1="34551" y1="61404" x2="34551" y2="61404"/>
                        <a14:foregroundMark x1="37921" y1="63158" x2="37921" y2="63158"/>
                        <a14:foregroundMark x1="40449" y1="64035" x2="40449" y2="64035"/>
                        <a14:foregroundMark x1="42697" y1="64912" x2="42697" y2="64912"/>
                        <a14:foregroundMark x1="46067" y1="64912" x2="46067" y2="64912"/>
                        <a14:foregroundMark x1="44382" y1="69298" x2="44382" y2="69298"/>
                        <a14:foregroundMark x1="44382" y1="64912" x2="44382" y2="64912"/>
                        <a14:foregroundMark x1="43820" y1="64912" x2="43820" y2="64912"/>
                        <a14:foregroundMark x1="26124" y1="70175" x2="26124" y2="70175"/>
                        <a14:foregroundMark x1="25843" y1="67544" x2="25843" y2="67544"/>
                        <a14:foregroundMark x1="26124" y1="66667" x2="26124" y2="66667"/>
                        <a14:foregroundMark x1="26685" y1="66667" x2="26685" y2="66667"/>
                        <a14:foregroundMark x1="34270" y1="69298" x2="34270" y2="69298"/>
                        <a14:foregroundMark x1="38764" y1="70175" x2="38764" y2="70175"/>
                        <a14:foregroundMark x1="37360" y1="69298" x2="37360" y2="69298"/>
                        <a14:foregroundMark x1="38202" y1="65789" x2="38202" y2="65789"/>
                        <a14:backgroundMark x1="56461" y1="26316" x2="56461" y2="26316"/>
                        <a14:backgroundMark x1="30618" y1="27193" x2="30618" y2="27193"/>
                        <a14:backgroundMark x1="26685" y1="64912" x2="26685" y2="64912"/>
                        <a14:backgroundMark x1="35112" y1="60526" x2="35112" y2="60526"/>
                        <a14:backgroundMark x1="43820" y1="67544" x2="43820" y2="67544"/>
                        <a14:backgroundMark x1="43820" y1="64035" x2="43820" y2="64035"/>
                        <a14:backgroundMark x1="26685" y1="68421" x2="26685" y2="68421"/>
                        <a14:backgroundMark x1="38202" y1="68421" x2="38202" y2="68421"/>
                        <a14:backgroundMark x1="38202" y1="64912" x2="38202" y2="64912"/>
                        <a14:backgroundMark x1="34831" y1="68421" x2="34831" y2="684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6716" y="2732328"/>
            <a:ext cx="4835184" cy="1548345"/>
          </a:xfrm>
          <a:prstGeom prst="rect">
            <a:avLst/>
          </a:prstGeom>
        </p:spPr>
      </p:pic>
      <p:sp>
        <p:nvSpPr>
          <p:cNvPr id="6" name="AutoShape 2" descr="data:image/png;base64,iVBORw0KGgoAAAANSUhEUgAAAtQAAAJDCAYAAAArToMLAAAgAElEQVR4Xu3WoREAAAjEMNh/aXagNvg3OUR3HAECBAgQIECAAAECb4F9Lw0JECBAgAABAgQIEBhB7QkIECBAgAABAgQIBAFBHfBMCRAgQIAAAQIECAhqP0CAAAECBAgQIEAgCAjqgGdKgAABAgQIECBAQFD7AQIECBAgQIAAAQJBQFAHPFMCBAgQIECAAAECgtoPECBAgAABAgQIEAgCgjrgmRIgQIAAAQIECBAQ1H6AAAECBAgQIECAQBAQ1AHPlAABAgQIECBAgICg9gMECBAgQIAAAQIEgoCgDnimBAgQIECAAAECBAS1HyBAgAABAgQIECAQBAR1wDMlQIAAAQIECBAgIKj9AAECBAgQIECAAIEgIKgDnikBAgQIECBAgAABQe0HCBAgQIAAAQIECAQBQR3wTAkQIECAAAECBAgIaj9AgAABAgQIECBAIAgI6oBnSoAAAQIECBAgQEBQ+wECBAgQIECAAAECQUBQBzxTAgQIECBAgAABAoLaDxAgQIAAAQIECBAIAoI64JkSIECAAAECBAgQENR+gAABAgQIECBAgEAQENQBz5QAAQIECBAgQICAoPYDBAgQIECAAAECBIKAoA54pgQIECBAgAABAgQEtR8gQIAAAQIECBAgEAQEdcAzJUCAAAECBAgQICCo/QABAgQIECBAgACBICCoA54pAQIECBAgQIAAAUHtBwgQIECAAAECBAgEAUEd8EwJECBAgAABAgQICGo/QIAAAQIECBAgQCAICOqAZ0qAAAECBAgQIEBAUPsBAgQIECBAgAABAkFAUAc8UwIECBAgQIAAAQKC2g8QIECAAAECBAgQCAKCOuCZEiBAgAABAgQIEBDUfoAAAQIECBAgQIBAEBDUAc+UAAECBAgQIECAgKD2AwQIECBAgAABAgSCgKAOeKYECBAgQIAAAQIEBLUfIECAAAECBAgQIBAEBHXAMyVAgAABAgQIECAgqP0AAQIECBAgQIAAgSAgqAOeKQECBAgQIECAAAFB7QcIECBAgAABAgQIBAFBHfBMCRAgQIAAAQIECAhqP0CAAAECBAgQIEAgCAjqgGdKgAABAgQIECBAQFD7AQIECBAgQIAAAQJBQFAHPFMCBAgQIECAAAECgtoPECBAgAABAgQIEAgCgjrgmRIgQIAAAQIECBAQ1H6AAAECBAgQIECAQBAQ1AHPlAABAgQIECBAgICg9gMECBAgQIAAAQIEgoCgDnimBAgQIECAAAECBAS1HyBAgAABAgQIECAQBAR1wDMlQIAAAQIECBAgIKj9AAECBAgQIECAAIEgIKgDnikBAgQIECBAgAABQe0HCBAgQIAAAQIECAQBQR3wTAkQIECAAAECBAgIaj9AgAABAgQIECBAIAgI6oBnSoAAAQIECBAgQEBQ+wECBAgQIECAAAECQUBQBzxTAgQIECBAgAABAoLaDxAgQIAAAQIECBAIAoI64JkSIECAAAECBAgQENR+gAABAgQIECBAgEAQENQBz5QAAQIECBAgQICAoPYDBAgQIECAAAECBIKAoA54pgQIECBAgAABAgQEtR8gQIAAAQIECBAgEAQEdcAzJUCAAAECBAgQICCo/QABAgQIECBAgACBICCoA54pAQIECBAgQIAAAUHtBwgQIECAAAECBAgEAUEd8EwJECBAgAABAgQICGo/QIAAAQIECBAgQCAICOqAZ0qAAAECBAgQIEBAUPsBAgQIECBAgAABAkFAUAc8UwIECBAgQIAAAQKC2g8QIECAAAECBAgQCAKCOuCZEiBAgAABAgQIEBDUfoAAAQIECBAgQIBAEBDUAc+UAAECBAgQIECAgKD2AwQIECBAgAABAgSCgKAOeKYECBAgQIAAAQIEBLUfIECAAAECBAgQIBAEBHXAMyVAgAABAgQIECAgqP0AAQIECBAgQIAAgSAgqAOeKQECBAgQIECAAAFB7QcIECBAgAABAgQIBAFBHfBMCRAgQIAAAQIECAhqP0CAAAECBAgQIEAgCAjqgGdKgAABAgQIECBAQFD7AQIECBAgQIAAAQJBQFAHPFMCBAgQIECAAAECgtoPECBAgAABAgQIEAgCgjrgmRIgQIAAAQIECBAQ1H6AAAECBAgQIECAQBAQ1AHPlAABAgQIECBAgICg9gMECBAgQIAAAQIEgoCgDnimBAgQIECAAAECBAS1HyBAgAABAgQIECAQBAR1wDMlQIAAAQIECBAgIKj9AAECBAgQIECAAIEgIKgDnikBAgQIECBAgAABQe0HCBAgQIAAAQIECAQBQR3wTAkQIECAAAECBAgIaj9AgAABAgQIECBAIAgI6oBnSoAAAQIECBAgQEBQ+wECBAgQIECAAAECQUBQBzxTAgQIECBAgAABAoLaDxAgQIAAAQIECBAIAoI64JkSIECAAAECBAgQENR+gAABAgQIECBAgEAQENQBz5QAAQIECBAgQICAoPYDBAgQIECAAAECBIKAoA54pgQIECBAgAABAgQEtR8gQIAAAQIECBAgEAQEdcAzJUCAAAECBAgQICCo/QABAgQIECBAgACBICCoA54pAQIECBAgQIAAAUHtBwgQIECAAAECBAgEAUEd8EwJECBAgAABAgQICGo/QIAAAQIECBAgQCAICOqAZ0qAAAECBAgQIEBAUPsBAgQIECBAgAABAkFAUAc8UwIECBAgQIAAAQKC2g8QIECAAAECBAgQCAKCOuCZEiBAgAABAgQIEBDUfoAAAQIECBAgQIBAEBDUAc+UAAECBAgQIECAgKD2AwQIECBAgAABAgSCgKAOeKYECBAgQIAAAQIEBLUfIECAAAECBAgQIBAEBHXAMyVAgAABAgQIECAgqP0AAQIECBAgQIAAgSAgqAOeKQECBAgQIECAAAFB7QcIECBAgAABAgQIBAFBHfBMCRAgQIAAAQIECAhqP0CAAAECBAgQIEAgCAjqgGdKgAABAgQIECBAQFD7AQIECBAgQIAAAQJBQFAHPFMCBAgQIECAAAECgtoPECBAgAABAgQIEAgCgjrgmRIgQIAAAQIECBAQ1H6AAAECBAgQIECAQBAQ1AHPlAABAgQIECBAgICg9gMECBAgQIAAAQIEgoCgDnimBAgQIECAAAECBAS1HyBAgAABAgQIECAQBAR1wDMlQIAAAQIECBAgIKj9AAECBAgQIECAAIEgIKgDnikBAgQIECBAgAABQe0HCBAgQIAAAQIECAQBQR3wTAkQIECAAAECBAgIaj9AgAABAgQIECBAIAgI6oBnSoAAAQIECBAgQEBQ+wECBAgQIECAAAECQUBQBzxTAgQIECBAgAABAoLaDxAgQIAAAQIECBAIAoI64JkSIECAAAECBAgQENR+gAABAgQIECBAgEAQENQBz5QAAQIECBAgQICAoPYDBAgQIECAAAECBIKAoA54pgQIECBAgAABAgQEtR8gQIAAAQIECBAgEAQEdcAzJUCAAAECBAgQICCo/QABAgQIECBAgACBICCoA54pAQIECBAgQIAAAUHtBwgQIECAAAECBAgEAUEd8EwJECBAgAABAgQICGo/QIAAAQIECBAgQCAICOqAZ0qAAAECBAgQIEBAUPsBAgQIECBAgAABAkFAUAc8UwIECBAgQIAAAQKC2g8QIECAAAECBAgQCAKCOuCZEiBAgAABAgQIEBDUfoAAAQIECBAgQIBAEBDUAc+UAAECBAgQIECAgKD2AwQIECBAgAABAgSCgKAOeKYECBAgQIAAAQIEBLUfIECAAAECBAgQIBAEBHXAMyVAgAABAgQIECAgqP0AAQIECBAgQIAAgSAgqAOeKQECBAgQIECAAAFB7QcIECBAgAABAgQIBAFBHfBMCRAgQIAAAQIECAhqP0CAAAECBAgQIEAgCAjqgGdKgAABAgQIECBAQFD7AQIECBAgQIAAAQJBQFAHPFMCBAgQIECAAAECgtoPECBAgAABAgQIEAgCgjrgmRIgQIAAAQIECBAQ1H6AAAECBAgQIECAQBAQ1AHPlAABAgQIECBAgICg9gMECBAgQIAAAQIEgoCgDnimBAgQIECAAAECBAS1HyBAgAABAgQIECAQBAR1wDMlQIAAAQIECBAgIKj9AAECBAgQIECAAIEgIKgDnikBAgQIECBAgAABQe0HCBAgQIAAAQIECAQBQR3wTAkQIECAAAECBAgIaj9AgAABAgQIECBAIAgI6oBnSoAAAQIECBAgQEBQ+wECBAgQIECAAAECQUBQBzxTAgQIECBAgAABAoLaDxAgQIAAAQIECBAIAoI64JkSIECAAAECBAgQENR+gAABAgQIECBAgEAQENQBz5QAAQIECBAgQICAoPYDBAgQIECAAAECBIKAoA54pgQIECBAgAABAgQEtR8gQIAAAQIECBAgEAQEdcAzJUCAAAECBAgQICCo/QABAgQIECBAgACBICCoA54pAQIECBAgQIAAAUHtBwgQIECAAAECBAgEAUEd8EwJECBAgAABAgQICGo/QIAAAQIECBAgQCAICOqAZ0qAAAECBAgQIEBAUPsBAgQIECBAgAABAkFAUAc8UwIECBAgQIAAAQKC2g8QIECAAAECBAgQCAKCOuCZEiBAgAABAgQIEBDUfoAAAQIECBAgQIBAEBDUAc+UAAECBAgQIECAgKD2AwQIECBAgAABAgSCgKAOeKYECBAgQIAAAQIEBLUfIECAAAECBAgQIBAEBHXAMyVAgAABAgQIECAgqP0AAQIECBAgQIAAgSAgqAOeKQECBAgQIECAAAFB7QcIECBAgAABAgQIBAFBHfBMCRAgQIAAAQIECAhqP0CAAAECBAgQIEAgCAjqgGdKgAABAgQIECBAQFD7AQIECBAgQIAAAQJBQFAHPFMCBAgQIECAAAECgtoPECBAgAABAgQIEAgCgjrgmRIgQIAAAQIECBAQ1H6AAAECBAgQIECAQBAQ1AHPlAABAgQIECBAgICg9gMECBAgQIAAAQIEgoCgDnimBAgQIECAAAECBAS1HyBAgAABAgQIECAQBAR1wDMlQIAAAQIECBAgIKj9AAECBAgQIECAAIEgIKgDnikBAgQIECBAgAABQe0HCBAgQIAAAQIECAQBQR3wTAkQIECAAAECBAgIaj9AgAABAgQIECBAIAgI6oBnSoAAAQIECBAgQEBQ+wECBAgQIECAAAECQUBQBzxTAgQIECBAgAABAoLaDxAgQIAAAQIECBAIAoI64JkSIECAAAECBAgQENR+gAABAgQIECBAgEAQENQBz5QAAQIECBAgQICAoPYDBAgQIECAAAECBIKAoA54pgQIECBAgAABAgQEtR8gQIAAAQIECBAgEAQEdcAzJUCAAAECBAgQICCo/QABAgQIECBAgACBICCoA54pAQIECBAgQIAAAUHtBwgQIECAAAECBAgEAUEd8EwJECBAgAABAgQICGo/QIAAAQIECBAgQCAICOqAZ0qAAAECBAgQIEBAUPsBAgQIECBAgAABAkFAUAc8UwIECBAgQIAAAQKC2g8QIECAAAECBAgQCAKCOuCZEiBAgAABAgQIEBDUfoAAAQIECBAgQIBAEBDUAc+UAAECBAgQIECAgKD2AwQIECBAgAABAgSCgKAOeKYECBAgQIAAAQIEBLUfIECAAAECBAgQIBAEBHXAMyVAgAABAgQIECAgqP0AAQIECBAgQIAAgSAgqAOeKQECBAgQIECAAAFB7QcIECBAgAABAgQIBAFBHfBMCRAgQIAAAQIECAhqP0CAAAECBAgQIEAgCAjqgGdKgAABAgQIECBAQFD7AQIECBAgQIAAAQJBQFAHPFMCBAgQIECAAAECgtoPECBAgAABAgQIEAgCgjrgmRIgQIAAAQIECBAQ1H6AAAECBAgQIECAQBAQ1AHPlAABAgQIECBAgICg9gMECBAgQIAAAQIEgoCgDnimBAgQIECAAAECBAS1HyBAgAABAgQIECAQBAR1wDMlQIAAAQIECBAgIKj9AAECBAgQIECAAIEgIKgDnikBAgQIECBAgAABQe0HCBAgQIAAAQIECAQBQR3wTAkQIECAAAECBAgIaj9AgAABAgQIECBAIAgI6oBnSoAAAQIECBAgQEBQ+wECBAgQIECAAAECQUBQBzxTAgQIECBAgAABAoLaDxAgQIAAAQIECBAIAoI64JkSIECAAAECBAgQENR+gAABAgQIECBAgEAQENQBz5QAAQIECBAgQICAoPYDBAgQIECAAAECBIKAoA54pgQIECBAgAABAgQEtR8gQIAAAQIECBAgEAQEdcAzJUCAAAECBAgQICCo/QABAgQIECBAgACBICCoA54pAQIECBAgQIAAAUHtBwgQIECAAAECBAgEAUEd8EwJECBAgAABAgQICGo/QIAAAQIECBAgQCAICOqAZ0qAAAECBAgQIEBAUPsBAgQIECBAgAABAkFAUAc8UwIECBAgQIAAAQKC2g8QIECAAAECBAgQCAKCOuCZEiBAgAABAgQIEBDUfoAAAQIECBAgQIBAEBDUAc+UAAECBAgQIECAgKD2AwQIECBAgAABAgSCgKAOeKYECBAgQIAAAQIEBLUfIECAAAECBAgQIBAEBHXAMyVAgAABAgQIECAgqP0AAQIECBAgQIAAgSAgqAOeKQECBAgQIECAAAFB7QcIECBAgAABAgQIBAFBHfBMCRAgQIAAAQIECAhqP0CAAAECBAgQIEAgCAjqgGdKgAABAgQIECBAQFD7AQIECBAgQIAAAQJBQFAHPFMCBAgQIECAAAECgtoPECBAgAABAgQIEAgCgjrgmRIgQIAAAQIECBAQ1H6AAAECBAgQIECAQBAQ1AHPlAABAgQIECBAgICg9gMECBAgQIAAAQIEgoCgDnimBAgQIECAAAECBAS1HyBAgAABAgQIECAQBAR1wDMlQIAAAQIECBAgIKj9AAECBAgQIECAAIEgIKgDnikBAgQIECBAgAABQe0HCBAgQIAAAQIECAQBQR3wTAkQIECAAAECBAgIaj9AgAABAgQIECBAIAgI6oBnSoAAAQIECBAgQEBQ+wECBAgQIECAAAECQUBQBzxTAgQIECBAgAABAoLaDxAgQIAAAQIECBAIAoI64JkSIECAAAECBAgQENR+gAABAgQIECBAgEAQENQBz5QAAQIECBAgQICAoPYDBAgQIECAAAECBIKAoA54pgQIECBAgAABAgQEtR8gQIAAAQIECBAgEAQEdcAzJUCAAAECBAgQICCo/QABAgQIECBAgACBICCoA54pAQIECBAgQIAAAUHtBwgQIECAAAECBAgEAUEd8EwJECBAgAABAgQICGo/QIAAAQIECBAgQCAICOqAZ0qAAAECBAgQIEBAUPsBAgQIECBAgAABAkFAUAc8UwIECBAgQIAAAQKC2g8QIECAAAECBAgQCAKCOuCZEiBAgAABAgQIEBDUfoAAAQIECBAgQIBAEBDUAc+UAAECBAgQIECAgKD2AwQIECBAgAABAgSCgKAOeKYECBAgQIAAAQIEBLUfIECAAAECBAgQIBAEBHXAMyVAgAABAgQIECAgqP0AAQIECBAgQIAAgSAgqAOeKQECBAgQIECAAAFB7QcIECBAgAABAgQIBAFBHfBMCRAgQIAAAQIECAhqP0CAAAECBAgQIEAgCAjqgGdKgAABAgQIECBAQFD7AQIECBAgQIAAAQJBQFAHPFMCBAgQIECAAAECgtoPECBAgAABAgQIEAgCgjrgmRIgQIAAAQIECBAQ1H6AAAECBAgQIECAQBAQ1AHPlAABAgQIECBAgICg9gMECBAgQIAAAQIEgoCgDnimBAgQIECAAAECBAS1HyBAgAABAgQIECAQBAR1wDMlQIAAAQIECBAgIKj9AAECBAgQIECAAIEgIKgDnikBAgQIECBAgAABQe0HCBAgQIAAAQIECAQBQR3wTAkQIECAAAECBAgIaj9AgAABAgQIECBAIAgI6oBnSoAAAQIECBAgQEBQ+wECBAgQIECAAAECQUBQBzxTAgQIECBAgAABAoLaDxAgQIAAAQIECBAIAoI64JkSIECAAAECBAgQENR+gAABAgQIECBAgEAQENQBz5QAAQIECBAgQICAoPYDBAgQIECAAAECBIKAoA54pgQIECBAgAABAgQEtR8gQIAAAQIECBAgEAQEdcAzJUCAAAECBAgQICCo/QABAgQIECBAgACBICCoA54pAQIECBAgQIAAAUHtBwgQIECAAAECBAgEAUEd8EwJECBAgAABAgQICGo/QIAAAQIECBAgQCAICOqAZ0qAAAECBAgQIEBAUPsBAgQIECBAgAABAkFAUAc8UwIECBAgQIAAAQKC2g8QIECAAAECBAgQCAKCOuCZEiBAgAABAgQIEBDUfoAAAQIECBAgQIBAEBDUAc+UAAECBAgQIECAgKD2AwQIECBAgAABAgSCgKAOeKYECBAgQIAAAQIEBLUfIECAAAECBAgQIBAEBHXAMyVAgAABAgQIECAgqP0AAQIECBAgQIAAgSAgqAOeKQECBAgQIECAAAFB7QcIECBAgAABAgQIBAFBHfBMCRAgQIAAAQIECAhqP0CAAAECBAgQIEAgCAjqgGdKgAABAgQIECBAQFD7AQIECBAgQIAAAQJBQFAHPFMCBAgQIECAAAECgtoPECBAgAABAgQIEAgCgjrgmRIgQIAAAQIECBAQ1H6AAAECBAgQIECAQBAQ1AHPlAABAgQIECBAgICg9gMECBAgQIAAAQIEgoCgDnimBAgQIECAAAECBAS1HyBAgAABAgQIECAQBAR1wDMlQIAAAQIECBAgIKj9AAECBAgQIECAAIEgIKgDnikBAgQIECBAgAABQe0HCBAgQIAAAQIECAQBQR3wTAkQIECAAAECBAgIaj9AgAABAgQIECBAIAgI6oBnSoAAAQIECBAgQEBQ+wECBAgQIECAAAECQUBQBzxTAgQIECBAgAABAoLaDxAgQIAAAQIECBAIAoI64JkSIECAAAECBAgQENR+gAABAgQIECBAgEAQENQBz5QAAQIECBAgQICAoPYDBAgQIECAAAECBIKAoA54pgQIECBAgAABAgQEtR8gQIAAAQIECBAgEAQEdcAzJUCAAAECBAgQICCo/QABAgQIECBAgACBICCoA54pAQIECBAgQIAAAUHtBwgQIECAAAECBAgEAUEd8EwJECBAgAABAgQICGo/QIAAAQIECBAgQCAICOqAZ0qAAAECBAgQIEBAUPsBAgQIECBAgAABAkFAUAc8UwIECBAgQIAAAQKC2g8QIECAAAECBAgQCAKCOuCZEiBAgAABAgQIEBDUfoAAAQIECBAgQIBAEBDUAc+UAAECBAgQIECAgKD2AwQIECBAgAABAgSCgKAOeKYECBAgQIAAAQIEBLUfIECAAAECBAgQIBAEBHXAMyVAgAABAgQIECAgqP0AAQIECBAgQIAAgSAgqAOeKQECBAgQIECAAAFB7QcIECBAgAABAgQIBAFBHfBMCRAgQIAAAQIECAhqP0CAAAECBAgQIEAgCAjqgGdKgAABAgQIECBAQFD7AQIECBAgQIAAAQJBQFAHPFMCBAgQIECAAAECgtoPECBAgAABAgQIEAgCgjrgmRIgQIAAAQIECBAQ1H6AAAECBAgQIECAQBAQ1AHPlAABAgQIECBAgICg9gMECBAgQIAAAQIEgoCgDnimBAgQIECAAAECBAS1HyBAgAABAgQIECAQBAR1wDMlQIAAAQIECBAgIKj9AAECBAgQIECAAIEgIKgDnikBAgQIECBAgAABQe0HCBAgQIAAAQIECAQBQR3wTAkQIECAAAECBAgIaj9AgAABAgQIECBAIAgI6oBnSoAAAQIECBAgQEBQ+wECBAgQIECAAAECQUBQBzxTAgQIECBAgAABAoLaDxAgQIAAAQIECBAIAoI64JkSIECAAAECBAgQENR+gAABAgQIECBAgEAQENQBz5QAAQIECBAgQICAoPYDBAgQIECAAAECBIKAoA54pgQIECBAgAABAgQEtR8gQIAAAQIECBAgEAQEdcAzJUCAAAECBAgQICCo/QABAgQIECBAgACBICCoA54pAQIECBAgQIAAAUHtBwgQIECAAAECBAgEAUEd8EwJECBAgAABAgQICGo/QIAAAQIECBAgQCAICOqAZ0qAAAECBAgQIEBAUPsBAgQIECBAgAABAkFAUAc8UwIECBAgQIAAAQKC2g8QIECAAAECBAgQCAKCOuCZEiBAgAABAgQIEBDUfoAAAQIECBAgQIBAEBDUAc+UAAECBAgQIECAgKD2AwQIECBAgAABAgSCgKAOeKYECBAgQIAAAQIEBLUfIECAAAECBAgQIBAEBHXAMyVAgAABAgQIECAgqP0AAQIECBAgQIAAgSAgqAOeKQECBAgQIECAAAFB7QcIECBAgAABAgQIBAFBHfBMCRAgQIAAAQIECAhqP0CAAAECBAgQIEAgCAjqgGdKgAABAgQIECBAQFD7AQIECBAgQIAAAQJBQFAHPFMCBAgQIECAAAECgtoPECBAgAABAgQIEAgCgjrgmRIgQIAAAQIECBAQ1H6AAAECBAgQIECAQBAQ1AHPlAABAgQIECBAgICg9gMECBAgQIAAAQIEgoCgDnimBAgQIECAAAECBAS1HyBAgAABAgQIECAQBAR1wDMlQIAAAQIECBAgIKj9AAECBAgQIECAAIEgIKgDnikBAgQIECBAgAABQe0HCBAgQIAAAQIECAQBQR3wTAkQIECAAAECBAgIaj9AgAABAgQIECBAIAgI6oBnSoAAAQIECBAgQEBQ+wECBAgQIECAAAECQUBQBzxTAgQIECBAgAABAoLaDxAgQIAAAQIECBAIAoI64JkSIECAAAECBAgQENR+gAABAgQIECBAgEAQENQBz5QAAQIECBAgQICAoPYDBBLBtwYAAAFTSURBVAgQIECAAAECBIKAoA54pgQIECBAgAABAgQEtR8gQIAAAQIECBAgEAQEdcAzJUCAAAECBAgQICCo/QABAgQIECBAgACBICCoA54pAQIECBAgQIAAAUHtBwgQIECAAAECBAgEAUEd8EwJECBAgAABAgQICGo/QIAAAQIECBAgQCAICOqAZ0qAAAECBAgQIEBAUPsBAgQIECBAgAABAkFAUAc8UwIECBAgQIAAAQKC2g8QIECAAAECBAgQCAKCOuCZEiBAgAABAgQIEBDUfoAAAQIECBAgQIBAEBDUAc+UAAECBAgQIECAgKD2AwQIECBAgAABAgSCgKAOeKYECBAgQIAAAQIEBLUfIECAAAECBAgQIBAEBHXAMyVAgAABAgQIECAgqP0AAQIECBAgQIAAgSAgqAOeKQECBAgQIECAAAFB7QcIECBAgAABAgQIBIEDtnACRLdWbI4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213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ronavirus Information | Widener Univers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2809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82535" y="2670108"/>
            <a:ext cx="9831388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he-IL" sz="4000" dirty="0" smtClean="0">
                <a:solidFill>
                  <a:schemeClr val="bg1"/>
                </a:solidFill>
              </a:rPr>
              <a:t>תקופת הקורונה הביאה אותנו לסיטואציה שבה יש סכנה ממשית לצאת ולהיחשף לאנשים דבר שגורם לקשיים רבים בכל תחומי החיים.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endParaRPr lang="he-IL" sz="6000" dirty="0">
              <a:solidFill>
                <a:schemeClr val="bg1"/>
              </a:solidFill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3805829" y="1238473"/>
            <a:ext cx="475814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Its corona time</a:t>
            </a:r>
            <a:endParaRPr lang="he-IL" sz="54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9124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מסעדות בלונדון - המלצות אוכל ומסעדות מומלצות בלונדון | אל ע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30"/>
            <a:ext cx="12192000" cy="6928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מלבן 5"/>
          <p:cNvSpPr/>
          <p:nvPr/>
        </p:nvSpPr>
        <p:spPr>
          <a:xfrm>
            <a:off x="3232658" y="2559955"/>
            <a:ext cx="5726684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he-IL" sz="6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אז מה הבעיה?</a:t>
            </a:r>
            <a:endParaRPr lang="he-IL" sz="6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012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25750" y="2158206"/>
            <a:ext cx="654050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400" b="1" dirty="0" err="1" smtClean="0"/>
              <a:t>UOrder</a:t>
            </a:r>
            <a:endParaRPr lang="he-IL" sz="4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293100" y="3276600"/>
            <a:ext cx="3111500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הפתרון הינו אפליקציה נותנת ללקוח אפשרות להזמין מקום ולקבל שירות מהמסעדה באמצעות מגע מינימלי בין המלצר ללקוח.</a:t>
            </a:r>
          </a:p>
        </p:txBody>
      </p:sp>
      <p:pic>
        <p:nvPicPr>
          <p:cNvPr id="3074" name="Picture 2" descr="Question Moment Sticker by iamsuperbianca for iOS &amp; Android | GIPHY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912" y="2923678"/>
            <a:ext cx="21621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37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46</Words>
  <Application>Microsoft Office PowerPoint</Application>
  <PresentationFormat>מסך רחב</PresentationFormat>
  <Paragraphs>5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ערכת נושא Office</vt:lpstr>
      <vt:lpstr>מצגת של PowerPoint</vt:lpstr>
      <vt:lpstr>מצגת של PowerPoint</vt:lpstr>
      <vt:lpstr>מצגת של PowerPoint</vt:lpstr>
      <vt:lpstr>מצגת של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‏‏משתמש Windows</dc:creator>
  <cp:lastModifiedBy>‏‏משתמש Windows</cp:lastModifiedBy>
  <cp:revision>26</cp:revision>
  <dcterms:created xsi:type="dcterms:W3CDTF">2020-08-23T10:18:54Z</dcterms:created>
  <dcterms:modified xsi:type="dcterms:W3CDTF">2020-08-26T10:39:56Z</dcterms:modified>
</cp:coreProperties>
</file>