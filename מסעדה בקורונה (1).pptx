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9" r:id="rId2"/>
    <p:sldId id="256" r:id="rId3"/>
    <p:sldId id="260" r:id="rId4"/>
    <p:sldId id="257" r:id="rId5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BBDF"/>
    <a:srgbClr val="9F2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984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 smtClean="0"/>
              <a:t>לחץ כדי לערוך סגנון כותרת משנה של תבנית בסיס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072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9829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6240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40885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1450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528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7568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51389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0230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3889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2837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C7AF2C-C19C-4611-99EA-66DBB5E647D4}" type="datetimeFigureOut">
              <a:rPr lang="he-IL" smtClean="0"/>
              <a:t>ה'/אלול/תש"פ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079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אירוע מופע: אוכל קטן ונשים גדולות | מתנ&quot;ס חבל יבנה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מלבן 3"/>
          <p:cNvSpPr/>
          <p:nvPr/>
        </p:nvSpPr>
        <p:spPr>
          <a:xfrm>
            <a:off x="3860800" y="2705725"/>
            <a:ext cx="5118100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88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Script" panose="030B0504020000000003" pitchFamily="66" charset="0"/>
                <a:cs typeface="+mj-cs"/>
              </a:rPr>
              <a:t>UOrder</a:t>
            </a:r>
            <a:endParaRPr lang="he-IL" sz="8800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Segoe Script" panose="030B0504020000000003" pitchFamily="66" charset="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0213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ronavirus Information | Widener Universit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00" y="1"/>
            <a:ext cx="1219200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582535" y="2670108"/>
            <a:ext cx="9831388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571500" indent="-571500" algn="ctr">
              <a:buFont typeface="Arial" panose="020B0604020202020204" pitchFamily="34" charset="0"/>
              <a:buChar char="•"/>
            </a:pPr>
            <a:r>
              <a:rPr lang="he-IL" sz="4000" dirty="0" smtClean="0">
                <a:solidFill>
                  <a:schemeClr val="bg1"/>
                </a:solidFill>
              </a:rPr>
              <a:t>תקופת הקורונה </a:t>
            </a:r>
            <a:r>
              <a:rPr lang="he-IL" sz="4000" dirty="0" smtClean="0">
                <a:solidFill>
                  <a:schemeClr val="bg1"/>
                </a:solidFill>
              </a:rPr>
              <a:t>הביאה אותנו לסיטואציה שבה יש סכנה ממשית לצאת ולהיחשף לאנשים </a:t>
            </a:r>
            <a:r>
              <a:rPr lang="he-IL" sz="4000" dirty="0" smtClean="0">
                <a:solidFill>
                  <a:schemeClr val="bg1"/>
                </a:solidFill>
              </a:rPr>
              <a:t>דבר </a:t>
            </a:r>
            <a:r>
              <a:rPr lang="he-IL" sz="4000" dirty="0" smtClean="0">
                <a:solidFill>
                  <a:schemeClr val="bg1"/>
                </a:solidFill>
              </a:rPr>
              <a:t>שגורם </a:t>
            </a:r>
            <a:r>
              <a:rPr lang="he-IL" sz="4000" dirty="0" smtClean="0">
                <a:solidFill>
                  <a:schemeClr val="bg1"/>
                </a:solidFill>
              </a:rPr>
              <a:t>לקשיים רבים בכל תחומי החיים.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endParaRPr lang="he-IL" sz="6000" dirty="0">
              <a:solidFill>
                <a:schemeClr val="bg1"/>
              </a:solidFill>
            </a:endParaRPr>
          </a:p>
        </p:txBody>
      </p:sp>
      <p:sp>
        <p:nvSpPr>
          <p:cNvPr id="4" name="מלבן 3"/>
          <p:cNvSpPr/>
          <p:nvPr/>
        </p:nvSpPr>
        <p:spPr>
          <a:xfrm>
            <a:off x="3805829" y="1238473"/>
            <a:ext cx="475814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Its corona time</a:t>
            </a:r>
            <a:endParaRPr lang="he-IL" sz="5400" b="1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891242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מסעדות בלונדון - המלצות אוכל ומסעדות מומלצות בלונדון | אל על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928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590674" y="2552518"/>
            <a:ext cx="9010650" cy="209288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sz="2800" dirty="0" smtClean="0"/>
              <a:t>בעקבות העלייה בתחלואה כל המסעדות נסגרו ללקוחות לכן ענף </a:t>
            </a:r>
            <a:r>
              <a:rPr lang="he-IL" sz="2800" dirty="0"/>
              <a:t>המסעדנות ספג מכה כלכלית קשה בשל אופציות החשיפה </a:t>
            </a:r>
            <a:r>
              <a:rPr lang="he-IL" sz="2800" dirty="0" smtClean="0"/>
              <a:t>הרבות המצויות במסעדות. לכן חיפשנו גורמים שיסיעו לנו בשיפור המצב שמירה על בריאותינו.</a:t>
            </a:r>
          </a:p>
          <a:p>
            <a:endParaRPr lang="he-IL" dirty="0" smtClean="0"/>
          </a:p>
        </p:txBody>
      </p:sp>
      <p:sp>
        <p:nvSpPr>
          <p:cNvPr id="6" name="מלבן 5"/>
          <p:cNvSpPr/>
          <p:nvPr/>
        </p:nvSpPr>
        <p:spPr>
          <a:xfrm>
            <a:off x="4001516" y="535194"/>
            <a:ext cx="418896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אז מה הבעיה?</a:t>
            </a:r>
            <a:endParaRPr lang="he-IL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00125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תמונה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25750" y="2158206"/>
            <a:ext cx="6540500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400" b="1" dirty="0" err="1" smtClean="0"/>
              <a:t>UOrder</a:t>
            </a:r>
            <a:endParaRPr lang="he-IL" sz="44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8293100" y="3276600"/>
            <a:ext cx="3111500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dirty="0" smtClean="0"/>
              <a:t>הפתרון הינו אפליקציה נותנת ללקוח אפשרות להזמין מקום ולקבל שירות מהמסעדה באמצעות מגע מינימלי בין המלצר ללקוח.</a:t>
            </a:r>
          </a:p>
        </p:txBody>
      </p:sp>
      <p:pic>
        <p:nvPicPr>
          <p:cNvPr id="3074" name="Picture 2" descr="Question Moment Sticker by iamsuperbianca for iOS &amp; Android | GIPHY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912" y="2730648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8375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79</Words>
  <Application>Microsoft Office PowerPoint</Application>
  <PresentationFormat>מסך רחב</PresentationFormat>
  <Paragraphs>7</Paragraphs>
  <Slides>4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Segoe Script</vt:lpstr>
      <vt:lpstr>Times New Roman</vt:lpstr>
      <vt:lpstr>ערכת נושא Office</vt:lpstr>
      <vt:lpstr>מצגת של PowerPoint</vt:lpstr>
      <vt:lpstr>מצגת של PowerPoint</vt:lpstr>
      <vt:lpstr>מצגת של PowerPoint</vt:lpstr>
      <vt:lpstr>מצגת של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</dc:title>
  <dc:creator>‏‏משתמש Windows</dc:creator>
  <cp:lastModifiedBy>‏‏משתמש Windows</cp:lastModifiedBy>
  <cp:revision>20</cp:revision>
  <dcterms:created xsi:type="dcterms:W3CDTF">2020-08-23T10:18:54Z</dcterms:created>
  <dcterms:modified xsi:type="dcterms:W3CDTF">2020-08-25T10:14:49Z</dcterms:modified>
</cp:coreProperties>
</file>