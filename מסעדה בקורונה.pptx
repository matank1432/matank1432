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9" r:id="rId2"/>
    <p:sldId id="256" r:id="rId3"/>
    <p:sldId id="260" r:id="rId4"/>
    <p:sldId id="257" r:id="rId5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BBDF"/>
    <a:srgbClr val="9F2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984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0724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982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76240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40885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1450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528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07568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51389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0230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3889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2837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7AF2C-C19C-4611-99EA-66DBB5E647D4}" type="datetimeFigureOut">
              <a:rPr lang="he-IL" smtClean="0"/>
              <a:t>ד'/אלול/תש"פ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296016-14E4-4958-903B-F424F2B03AE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079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אירוע מופע: אוכל קטן ונשים גדולות | מתנ&quot;ס חבל יבנה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מלבן 3"/>
          <p:cNvSpPr/>
          <p:nvPr/>
        </p:nvSpPr>
        <p:spPr>
          <a:xfrm>
            <a:off x="3860800" y="2705725"/>
            <a:ext cx="5118100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Segoe Script" panose="030B0504020000000003" pitchFamily="66" charset="0"/>
                <a:cs typeface="+mj-cs"/>
              </a:rPr>
              <a:t>UOrder</a:t>
            </a:r>
            <a:endParaRPr lang="he-IL" sz="880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Segoe Script" panose="030B0504020000000003" pitchFamily="66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2134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6825" y="2365308"/>
            <a:ext cx="5607050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400" dirty="0" smtClean="0"/>
              <a:t>תקופת הביאה אותנו לסיטואציה שבה יש סכנה ממשית לצאת ולהיחשף </a:t>
            </a:r>
            <a:r>
              <a:rPr lang="he-IL" sz="2400" dirty="0" smtClean="0"/>
              <a:t>לאנשים וגורם לקשיים רבים בכל תחומי החיים.</a:t>
            </a:r>
            <a:endParaRPr lang="he-IL" sz="2400" dirty="0" smtClean="0"/>
          </a:p>
          <a:p>
            <a:pPr algn="ctr"/>
            <a:endParaRPr lang="he-IL" sz="2400" dirty="0"/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3598324"/>
            <a:ext cx="4641850" cy="3092988"/>
          </a:xfrm>
          <a:prstGeom prst="rect">
            <a:avLst/>
          </a:prstGeom>
        </p:spPr>
      </p:pic>
      <p:pic>
        <p:nvPicPr>
          <p:cNvPr id="3076" name="Picture 4" descr="משבר הקורונה: מדיניות כלכלית מומלצת | המכון למחקרי ביטחון לאומי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9527" y="42862"/>
            <a:ext cx="3178873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פעילויות לעידוד ביטוי רגשי בזמן הקורונה - מאוחדת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475" y="4724400"/>
            <a:ext cx="3546465" cy="208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כל מה שרציתם לדעת על נגיף הקורונה | מחלות זיהומיות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3875" y="1554162"/>
            <a:ext cx="2619375" cy="1743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על רקע התפשטות הקורונה: מה זה 'מפיץ-על'? מומחית למחלות זיהומיות ...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87" y="42862"/>
            <a:ext cx="1914525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קורונה: המשבר מלמד כי מערכת הבריאות נכונה לשינוי מהיר | מעריב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024062"/>
            <a:ext cx="2552700" cy="179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90" name="Picture 18" descr="N12 – אתר החדשות של ישראל - דף 63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669" y="3141663"/>
            <a:ext cx="22098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91242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מסעדות בלונדון - המלצות אוכל ומסעדות מומלצות בלונדון | אל ע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70930"/>
            <a:ext cx="12192000" cy="6928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448050" y="1778000"/>
            <a:ext cx="6489700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בעקבות העלייה בתחלואה כל המסעדות נסגרו ללקוחות לכן ענף </a:t>
            </a:r>
            <a:r>
              <a:rPr lang="he-IL" dirty="0"/>
              <a:t>המסעדנות ספג מכה כלכלית קשה בשל אופציות החשיפה </a:t>
            </a:r>
            <a:r>
              <a:rPr lang="he-IL" dirty="0" smtClean="0"/>
              <a:t>הרבות המצויות במסעדות. לכן חיפשנו גורמים שיסיעו לנו בשיפור המצב שמירה על בריאותינו.</a:t>
            </a:r>
          </a:p>
          <a:p>
            <a:endParaRPr lang="he-IL" dirty="0" smtClean="0"/>
          </a:p>
        </p:txBody>
      </p:sp>
      <p:sp>
        <p:nvSpPr>
          <p:cNvPr id="6" name="מלבן 5"/>
          <p:cNvSpPr/>
          <p:nvPr/>
        </p:nvSpPr>
        <p:spPr>
          <a:xfrm>
            <a:off x="7843267" y="391870"/>
            <a:ext cx="418896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אז מה הבעיה?</a:t>
            </a:r>
            <a:endParaRPr lang="he-IL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00125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25750" y="2158206"/>
            <a:ext cx="654050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400" b="1" dirty="0" err="1" smtClean="0"/>
              <a:t>UOrder</a:t>
            </a:r>
            <a:endParaRPr lang="he-IL" sz="44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8293100" y="3276600"/>
            <a:ext cx="3111500" cy="147732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הפתרון הינו אפליקציה נותנת ללקוח אפשרות להזמין מקום ולקבל שירות מהמסעדה באמצעות מגע מינימלי בין המלצר ללקוח.</a:t>
            </a:r>
          </a:p>
        </p:txBody>
      </p:sp>
    </p:spTree>
    <p:extLst>
      <p:ext uri="{BB962C8B-B14F-4D97-AF65-F5344CB8AC3E}">
        <p14:creationId xmlns:p14="http://schemas.microsoft.com/office/powerpoint/2010/main" val="16383750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74</Words>
  <Application>Microsoft Office PowerPoint</Application>
  <PresentationFormat>מסך רחב</PresentationFormat>
  <Paragraphs>6</Paragraphs>
  <Slides>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4</vt:i4>
      </vt:variant>
    </vt:vector>
  </HeadingPairs>
  <TitlesOfParts>
    <vt:vector size="10" baseType="lpstr">
      <vt:lpstr>Arial</vt:lpstr>
      <vt:lpstr>Calibri</vt:lpstr>
      <vt:lpstr>Calibri Light</vt:lpstr>
      <vt:lpstr>Segoe Script</vt:lpstr>
      <vt:lpstr>Times New Roman</vt:lpstr>
      <vt:lpstr>ערכת נושא Office</vt:lpstr>
      <vt:lpstr>מצגת של PowerPoint</vt:lpstr>
      <vt:lpstr>מצגת של PowerPoint</vt:lpstr>
      <vt:lpstr>מצגת של PowerPoint</vt:lpstr>
      <vt:lpstr>מצגת של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‏‏משתמש Windows</dc:creator>
  <cp:lastModifiedBy>‏‏משתמש Windows</cp:lastModifiedBy>
  <cp:revision>16</cp:revision>
  <dcterms:created xsi:type="dcterms:W3CDTF">2020-08-23T10:18:54Z</dcterms:created>
  <dcterms:modified xsi:type="dcterms:W3CDTF">2020-08-24T13:09:37Z</dcterms:modified>
</cp:coreProperties>
</file>