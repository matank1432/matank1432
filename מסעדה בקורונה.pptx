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984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 smtClean="0"/>
              <a:t>לחץ כדי לערוך סגנון כותרת משנה של תבנית בסיס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072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9829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6240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40885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1450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528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7568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51389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02305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3889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2837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079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/>
          <p:cNvSpPr/>
          <p:nvPr/>
        </p:nvSpPr>
        <p:spPr>
          <a:xfrm>
            <a:off x="6564659" y="427335"/>
            <a:ext cx="334258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מה הבעיה?</a:t>
            </a:r>
            <a:endParaRPr lang="he-IL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432425" y="1837132"/>
            <a:ext cx="5607050" cy="193899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he-IL" sz="2400" dirty="0" smtClean="0"/>
              <a:t>תקופת הביאה אותנו לסיטואציה שבה יש סכנה ממשית לצאת ולהיחשף לאנשים.</a:t>
            </a:r>
          </a:p>
          <a:p>
            <a:pPr algn="ctr"/>
            <a:endParaRPr lang="he-IL" sz="2400" dirty="0"/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he-IL" sz="2400" dirty="0" smtClean="0"/>
              <a:t>ענף המסעדנות ספג מכה כלכלית קשה בשל אופציות החשיפה הרבות.</a:t>
            </a:r>
            <a:endParaRPr lang="he-IL" sz="2400" dirty="0"/>
          </a:p>
        </p:txBody>
      </p:sp>
      <p:pic>
        <p:nvPicPr>
          <p:cNvPr id="3" name="תמונה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3598324"/>
            <a:ext cx="4641850" cy="3092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124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32100" y="348734"/>
            <a:ext cx="6540500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400" b="1" dirty="0" err="1" smtClean="0"/>
              <a:t>IOrder</a:t>
            </a:r>
            <a:endParaRPr lang="he-IL" sz="44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4140200" y="1613475"/>
            <a:ext cx="7429500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e-IL" dirty="0" smtClean="0"/>
              <a:t>הפתרון הינו אפליקציה נותנת ללקוח אפשרות להזמין מקום ולקבל שירות מהמסעדה באמצעות מגע מינימלי בין המלצר ללקוח.</a:t>
            </a:r>
          </a:p>
        </p:txBody>
      </p:sp>
    </p:spTree>
    <p:extLst>
      <p:ext uri="{BB962C8B-B14F-4D97-AF65-F5344CB8AC3E}">
        <p14:creationId xmlns:p14="http://schemas.microsoft.com/office/powerpoint/2010/main" val="1638375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12797908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45</Words>
  <Application>Microsoft Office PowerPoint</Application>
  <PresentationFormat>מסך רחב</PresentationFormat>
  <Paragraphs>6</Paragraphs>
  <Slides>3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ערכת נושא Office</vt:lpstr>
      <vt:lpstr>מצגת של PowerPoint</vt:lpstr>
      <vt:lpstr>מצגת של PowerPoint</vt:lpstr>
      <vt:lpstr>מצגת של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</dc:title>
  <dc:creator>‏‏משתמש Windows</dc:creator>
  <cp:lastModifiedBy>‏‏משתמש Windows</cp:lastModifiedBy>
  <cp:revision>8</cp:revision>
  <dcterms:created xsi:type="dcterms:W3CDTF">2020-08-23T10:18:54Z</dcterms:created>
  <dcterms:modified xsi:type="dcterms:W3CDTF">2020-08-23T13:51:59Z</dcterms:modified>
</cp:coreProperties>
</file>