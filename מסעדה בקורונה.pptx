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984" autoAdjust="0"/>
    <p:restoredTop sz="94660"/>
  </p:normalViewPr>
  <p:slideViewPr>
    <p:cSldViewPr snapToGrid="0">
      <p:cViewPr varScale="1">
        <p:scale>
          <a:sx n="76" d="100"/>
          <a:sy n="76" d="100"/>
        </p:scale>
        <p:origin x="126" y="8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שקופית כותר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כותרת משנה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e-IL" smtClean="0"/>
              <a:t>לחץ כדי לערוך סגנון כותרת משנה של תבנית בסיס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50724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כותרת ותוכ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6198297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כותרת מקטע עליונ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762407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שני תכני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340885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השוואה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4" name="מציין מיקום תוכן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5" name="מציין מיקום טקסט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6" name="מציין מיקום תוכן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7" name="מציין מיקום של תאריך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8" name="מציין מיקום של כותרת תחתונה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9" name="מציין מיקום של מספר שקופית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41450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כותרת בלבד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אריך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4" name="מציין מיקום של כותרת תחתונה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5" name="מציין מיקום של מספר שקופית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20952896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רי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תאריך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3" name="מציין מיקום של כותרת תחתונה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4" name="מציין מיקום של מספר שקופית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4075684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תוכן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תוכן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351389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תמונה עם כיתוב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תמונה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he-IL"/>
          </a:p>
        </p:txBody>
      </p:sp>
      <p:sp>
        <p:nvSpPr>
          <p:cNvPr id="4" name="מציין מיקום טקסט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e-IL" smtClean="0"/>
              <a:t>לחץ כדי לערוך סגנונות טקסט של תבנית בסיס</a:t>
            </a:r>
          </a:p>
        </p:txBody>
      </p:sp>
      <p:sp>
        <p:nvSpPr>
          <p:cNvPr id="5" name="מציין מיקום של תאריך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6" name="מציין מיקום של כותרת תחתונה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7" name="מציין מיקום של מספר שקופית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50230511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כותרת וטקסט אנכ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18638892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כותרת אנכית וטקס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אנכית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של טקסט אנכי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34928376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מציין מיקום של כותרת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1" anchor="ctr">
            <a:normAutofit/>
          </a:bodyPr>
          <a:lstStyle/>
          <a:p>
            <a:r>
              <a:rPr lang="he-IL" smtClean="0"/>
              <a:t>לחץ כדי לערוך סגנון כותרת של תבנית בסיס</a:t>
            </a:r>
            <a:endParaRPr lang="he-IL"/>
          </a:p>
        </p:txBody>
      </p:sp>
      <p:sp>
        <p:nvSpPr>
          <p:cNvPr id="3" name="מציין מיקום טקסט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1">
            <a:normAutofit/>
          </a:bodyPr>
          <a:lstStyle/>
          <a:p>
            <a:pPr lvl="0"/>
            <a:r>
              <a:rPr lang="he-IL" smtClean="0"/>
              <a:t>לחץ כדי לערוך סגנונות טקסט של תבנית בסיס</a:t>
            </a:r>
          </a:p>
          <a:p>
            <a:pPr lvl="1"/>
            <a:r>
              <a:rPr lang="he-IL" smtClean="0"/>
              <a:t>רמה שנייה</a:t>
            </a:r>
          </a:p>
          <a:p>
            <a:pPr lvl="2"/>
            <a:r>
              <a:rPr lang="he-IL" smtClean="0"/>
              <a:t>רמה שלישית</a:t>
            </a:r>
          </a:p>
          <a:p>
            <a:pPr lvl="3"/>
            <a:r>
              <a:rPr lang="he-IL" smtClean="0"/>
              <a:t>רמה רביעית</a:t>
            </a:r>
          </a:p>
          <a:p>
            <a:pPr lvl="4"/>
            <a:r>
              <a:rPr lang="he-IL" smtClean="0"/>
              <a:t>רמה חמישית</a:t>
            </a:r>
            <a:endParaRPr lang="he-IL"/>
          </a:p>
        </p:txBody>
      </p:sp>
      <p:sp>
        <p:nvSpPr>
          <p:cNvPr id="4" name="מציין מיקום של תאריך 3"/>
          <p:cNvSpPr>
            <a:spLocks noGrp="1"/>
          </p:cNvSpPr>
          <p:nvPr>
            <p:ph type="dt" sz="half" idx="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7C7AF2C-C19C-4611-99EA-66DBB5E647D4}" type="datetimeFigureOut">
              <a:rPr lang="he-IL" smtClean="0"/>
              <a:t>ג'/אלול/תש"פ</a:t>
            </a:fld>
            <a:endParaRPr lang="he-IL"/>
          </a:p>
        </p:txBody>
      </p:sp>
      <p:sp>
        <p:nvSpPr>
          <p:cNvPr id="5" name="מציין מיקום של כותרת תחתונה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e-IL"/>
          </a:p>
        </p:txBody>
      </p:sp>
      <p:sp>
        <p:nvSpPr>
          <p:cNvPr id="6" name="מציין מיקום של מספר שקופית 5"/>
          <p:cNvSpPr>
            <a:spLocks noGrp="1"/>
          </p:cNvSpPr>
          <p:nvPr>
            <p:ph type="sldNum" sz="quarter" idx="4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1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296016-14E4-4958-903B-F424F2B03AED}" type="slidenum">
              <a:rPr lang="he-IL" smtClean="0"/>
              <a:t>‹#›</a:t>
            </a:fld>
            <a:endParaRPr lang="he-IL"/>
          </a:p>
        </p:txBody>
      </p:sp>
    </p:spTree>
    <p:extLst>
      <p:ext uri="{BB962C8B-B14F-4D97-AF65-F5344CB8AC3E}">
        <p14:creationId xmlns:p14="http://schemas.microsoft.com/office/powerpoint/2010/main" val="760796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1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r" defTabSz="914400" rtl="1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r" defTabSz="914400" rtl="1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he-IL"/>
      </a:defPPr>
      <a:lvl1pPr marL="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r" defTabSz="914400" rtl="1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מלבן 3"/>
          <p:cNvSpPr/>
          <p:nvPr/>
        </p:nvSpPr>
        <p:spPr>
          <a:xfrm>
            <a:off x="5028240" y="2967335"/>
            <a:ext cx="213552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he-IL" sz="5400" dirty="0" smtClean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מסעדה</a:t>
            </a:r>
            <a:endParaRPr lang="he-IL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389124236"/>
      </p:ext>
    </p:extLst>
  </p:cSld>
  <p:clrMapOvr>
    <a:masterClrMapping/>
  </p:clrMapOvr>
</p:sld>
</file>

<file path=ppt/theme/theme1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Office PowerPoint</Application>
  <PresentationFormat>מסך רחב</PresentationFormat>
  <Paragraphs>1</Paragraphs>
  <Slides>1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4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Times New Roman</vt:lpstr>
      <vt:lpstr>ערכת נושא Office</vt:lpstr>
      <vt:lpstr>מצגת של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מצגת של PowerPoint</dc:title>
  <dc:creator>‏‏משתמש Windows</dc:creator>
  <cp:lastModifiedBy>‏‏משתמש Windows</cp:lastModifiedBy>
  <cp:revision>1</cp:revision>
  <dcterms:created xsi:type="dcterms:W3CDTF">2020-08-23T10:18:54Z</dcterms:created>
  <dcterms:modified xsi:type="dcterms:W3CDTF">2020-08-23T10:19:25Z</dcterms:modified>
</cp:coreProperties>
</file>