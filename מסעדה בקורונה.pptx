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984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 smtClean="0"/>
              <a:t>לחץ כדי לערוך סגנון כותרת משנה של תבנית בסיס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072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9829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6240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40885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1450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528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7568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51389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0230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3889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2837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079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/>
          <p:cNvSpPr/>
          <p:nvPr/>
        </p:nvSpPr>
        <p:spPr>
          <a:xfrm>
            <a:off x="5669312" y="363835"/>
            <a:ext cx="334258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מה הבעיה?</a:t>
            </a:r>
            <a:endParaRPr lang="he-IL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65600" y="2336800"/>
            <a:ext cx="6108700" cy="193899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sz="2400" dirty="0" smtClean="0"/>
              <a:t>תקופת הביאה אותנו לסיטואציה שבה יש סכנה ממשית לצאת ולהיחשף לאנשים.</a:t>
            </a:r>
          </a:p>
          <a:p>
            <a:endParaRPr lang="he-IL" sz="2400" dirty="0"/>
          </a:p>
          <a:p>
            <a:r>
              <a:rPr lang="he-IL" sz="2400" dirty="0" smtClean="0"/>
              <a:t>ענף המסעדנות ספג מכה כלכלית קשה בשל אופציות החשיפה הרבות.</a:t>
            </a:r>
            <a:endParaRPr lang="he-IL" sz="2400" dirty="0"/>
          </a:p>
        </p:txBody>
      </p:sp>
    </p:spTree>
    <p:extLst>
      <p:ext uri="{BB962C8B-B14F-4D97-AF65-F5344CB8AC3E}">
        <p14:creationId xmlns:p14="http://schemas.microsoft.com/office/powerpoint/2010/main" val="3389124236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26</Words>
  <Application>Microsoft Office PowerPoint</Application>
  <PresentationFormat>מסך רחב</PresentationFormat>
  <Paragraphs>4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ערכת נושא Office</vt:lpstr>
      <vt:lpstr>מצגת של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</dc:title>
  <dc:creator>‏‏משתמש Windows</dc:creator>
  <cp:lastModifiedBy>‏‏משתמש Windows</cp:lastModifiedBy>
  <cp:revision>3</cp:revision>
  <dcterms:created xsi:type="dcterms:W3CDTF">2020-08-23T10:18:54Z</dcterms:created>
  <dcterms:modified xsi:type="dcterms:W3CDTF">2020-08-23T12:01:22Z</dcterms:modified>
</cp:coreProperties>
</file>